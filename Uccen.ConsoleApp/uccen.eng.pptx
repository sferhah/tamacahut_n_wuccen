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30/10/2026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30/10/2026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84610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uttered a protective blessing,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7742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persistently tried to jump and escape, but to no avail.</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he soiled himself in fear.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uttered a protective blessing,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8416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a:t>
                      </a:r>
                      <a:r>
                        <a:rPr lang="en-US" sz="1100" kern="150">
                          <a:effectLst/>
                          <a:latin typeface="Cascadia Mono" panose="020B0609020000020004" pitchFamily="49" charset="0"/>
                          <a:cs typeface="Cascadia Mono" panose="020B0609020000020004" pitchFamily="49" charset="0"/>
                        </a:rPr>
                        <a:t>my arm </a:t>
                      </a:r>
                      <a:r>
                        <a:rPr lang="en-US" sz="1100" kern="150" dirty="0">
                          <a:effectLst/>
                          <a:latin typeface="Cascadia Mono" panose="020B0609020000020004" pitchFamily="49" charset="0"/>
                          <a:cs typeface="Cascadia Mono" panose="020B0609020000020004" pitchFamily="49" charset="0"/>
                        </a:rPr>
                        <a:t>is too short: I can’t reach: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waterskin.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95735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 Congratulations on your new wife,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rainbow,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9607369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withered,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6590623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a:solidFill>
                            <a:schemeClr val="tx1"/>
                          </a:solidFill>
                          <a:effectLst/>
                          <a:latin typeface="+mn-lt"/>
                          <a:ea typeface="+mn-ea"/>
                          <a:cs typeface="+mn-cs"/>
                        </a:rPr>
                        <a:t>yusa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14181</TotalTime>
  <Words>29903</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1778</cp:revision>
  <dcterms:created xsi:type="dcterms:W3CDTF">2023-02-08T10:37:07Z</dcterms:created>
  <dcterms:modified xsi:type="dcterms:W3CDTF">2026-10-30T11:17:39Z</dcterms:modified>
</cp:coreProperties>
</file>