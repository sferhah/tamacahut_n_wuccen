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28/10/2026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28/10/2026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811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little ones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are beautiful chicks; when they are tired of walking, scratching, and </a:t>
                      </a:r>
                      <a:r>
                        <a:rPr lang="en-US" sz="1100" kern="150" dirty="0">
                          <a:solidFill>
                            <a:schemeClr val="tx1"/>
                          </a:solidFill>
                          <a:effectLst/>
                          <a:latin typeface="Cascadia Mono" panose="020B0609020000020004" pitchFamily="49" charset="0"/>
                          <a:cs typeface="Cascadia Mono" panose="020B0609020000020004" pitchFamily="49" charset="0"/>
                        </a:rPr>
                        <a:t>grazing</a:t>
                      </a:r>
                      <a:r>
                        <a:rPr lang="en-US" sz="1100" kern="150" dirty="0">
                          <a:effectLst/>
                          <a:latin typeface="Cascadia Mono" panose="020B0609020000020004" pitchFamily="49" charset="0"/>
                          <a:cs typeface="Cascadia Mono" panose="020B0609020000020004" pitchFamily="49" charset="0"/>
                        </a:rPr>
                        <a:t>,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41193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braying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69922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a:t>
                      </a:r>
                      <a:r>
                        <a:rPr lang="en-US" sz="1100" kern="150">
                          <a:effectLst/>
                          <a:latin typeface="Cascadia Mono" panose="020B0609020000020004" pitchFamily="49" charset="0"/>
                          <a:cs typeface="Cascadia Mono" panose="020B0609020000020004" pitchFamily="49" charset="0"/>
                        </a:rPr>
                        <a:t>, it is unbefitting for the king of animals to become a herder merely to avoid perishing from hunger. </a:t>
                      </a:r>
                      <a:r>
                        <a:rPr lang="en-US" sz="1100" kern="150" dirty="0">
                          <a:effectLst/>
                          <a:latin typeface="Cascadia Mono" panose="020B0609020000020004" pitchFamily="49" charset="0"/>
                          <a:cs typeface="Cascadia Mono" panose="020B0609020000020004" pitchFamily="49" charset="0"/>
                        </a:rPr>
                        <a:t>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04405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434795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a:t>
                      </a:r>
                      <a:r>
                        <a:rPr lang="en-US" sz="1100" kern="150">
                          <a:effectLst/>
                          <a:latin typeface="Cascadia Mono" panose="020B0609020000020004" pitchFamily="49" charset="0"/>
                          <a:cs typeface="Cascadia Mono" panose="020B0609020000020004" pitchFamily="49" charset="0"/>
                        </a:rPr>
                        <a:t>in a </a:t>
                      </a:r>
                      <a:r>
                        <a:rPr lang="en-US" sz="1100" kern="150" dirty="0">
                          <a:effectLst/>
                          <a:latin typeface="Cascadia Mono" panose="020B0609020000020004" pitchFamily="49" charset="0"/>
                          <a:cs typeface="Cascadia Mono" panose="020B0609020000020004" pitchFamily="49" charset="0"/>
                        </a:rPr>
                        <a:t>desert plain. In an instant, it turned green, its buds opened, it put forth leaves, its branches formed, and it became a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7397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sins of everyone you manipulated, until I ended up killing them, onto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184610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a:t>
                      </a:r>
                      <a:r>
                        <a:rPr lang="en-US" sz="1100" dirty="0"/>
                        <a:t>hilled </a:t>
                      </a:r>
                      <a:r>
                        <a:rPr lang="en-US" sz="1100" kern="150" dirty="0">
                          <a:effectLst/>
                          <a:latin typeface="Cascadia Mono" panose="020B0609020000020004" pitchFamily="49" charset="0"/>
                          <a:cs typeface="Cascadia Mono" panose="020B0609020000020004" pitchFamily="49" charset="0"/>
                        </a:rPr>
                        <a:t>it, and watered it; he had surrounded it with a hedge so tight that a wolf could not even look through it. ¶ They found an opening between the stakes and entered. They ate to satiety squash, melon,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waterskin, and thought he was dead. He spat, uttered a protective blessing,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07742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persistently tried to jump and escape, but to no avail.</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he soiled himself in fear.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waterskin,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uttered a protective blessing,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52379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dried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18416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a:t>
                      </a:r>
                      <a:r>
                        <a:rPr lang="en-US" sz="1100" kern="150">
                          <a:effectLst/>
                          <a:latin typeface="Cascadia Mono" panose="020B0609020000020004" pitchFamily="49" charset="0"/>
                          <a:cs typeface="Cascadia Mono" panose="020B0609020000020004" pitchFamily="49" charset="0"/>
                        </a:rPr>
                        <a:t>my arm </a:t>
                      </a:r>
                      <a:r>
                        <a:rPr lang="en-US" sz="1100" kern="150" dirty="0">
                          <a:effectLst/>
                          <a:latin typeface="Cascadia Mono" panose="020B0609020000020004" pitchFamily="49" charset="0"/>
                          <a:cs typeface="Cascadia Mono" panose="020B0609020000020004" pitchFamily="49" charset="0"/>
                        </a:rPr>
                        <a:t>is too short: I can’t reach: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waterskin.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12225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dry.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8253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35252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pitchfork and the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5203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feigning an ability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Dune</Template>
  <TotalTime>13528</TotalTime>
  <Words>29910</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1774</cp:revision>
  <dcterms:created xsi:type="dcterms:W3CDTF">2023-02-08T10:37:07Z</dcterms:created>
  <dcterms:modified xsi:type="dcterms:W3CDTF">2026-10-29T08:21:54Z</dcterms:modified>
</cp:coreProperties>
</file>