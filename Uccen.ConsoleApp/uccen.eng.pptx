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a:t>
                      </a:r>
                      <a:r>
                        <a:rPr lang="en-US" sz="1100" kern="150" dirty="0">
                          <a:effectLst/>
                          <a:latin typeface="Cascadia Mono" panose="020B0609020000020004" pitchFamily="49" charset="0"/>
                          <a:cs typeface="Cascadia Mono" panose="020B0609020000020004" pitchFamily="49" charset="0"/>
                        </a:rPr>
                        <a:t>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643071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11108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4667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a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2230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99067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a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95519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a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14780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wolf and the rooster went on a long journey. They looked out over mountains and ridges, crossed rivers, and halted in valleys and marshlands. That day, night fell upon them in a forest. The rooster flew up onto a tall oak tree, while the wolf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313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60403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yearling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the yearling ram 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3124749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yearling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7169</TotalTime>
  <Words>29917</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1715</cp:revision>
  <dcterms:created xsi:type="dcterms:W3CDTF">2023-02-08T10:37:07Z</dcterms:created>
  <dcterms:modified xsi:type="dcterms:W3CDTF">2026-10-21T11:39:44Z</dcterms:modified>
</cp:coreProperties>
</file>