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a:t>
                      </a:r>
                      <a:r>
                        <a:rPr lang="en-US" sz="1100"/>
                        <a:t>May God place the sins of everyone you manipulated, until I ended up killing them, onto your neck alone on the day of reckoning and punishment! </a:t>
                      </a:r>
                      <a:r>
                        <a:rPr lang="en-US" sz="1100" dirty="0"/>
                        <a:t>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12847</TotalTime>
  <Words>29910</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1757</cp:revision>
  <dcterms:created xsi:type="dcterms:W3CDTF">2023-02-08T10:37:07Z</dcterms:created>
  <dcterms:modified xsi:type="dcterms:W3CDTF">2026-10-28T12:59:55Z</dcterms:modified>
</cp:coreProperties>
</file>