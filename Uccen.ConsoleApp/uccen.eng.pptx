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the Drudgery.</a:t>
                      </a: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69922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a:t>
                      </a:r>
                      <a:r>
                        <a:rPr lang="en-US" sz="1100" kern="150">
                          <a:effectLst/>
                          <a:latin typeface="Cascadia Mono" panose="020B0609020000020004" pitchFamily="49" charset="0"/>
                          <a:cs typeface="Cascadia Mono" panose="020B0609020000020004" pitchFamily="49" charset="0"/>
                        </a:rPr>
                        <a:t>, it is unbefitting for the king of animals to become a herder merely to avoid perishing from hunger. </a:t>
                      </a:r>
                      <a:r>
                        <a:rPr lang="en-US" sz="1100" kern="150" dirty="0">
                          <a:effectLst/>
                          <a:latin typeface="Cascadia Mono" panose="020B0609020000020004" pitchFamily="49" charset="0"/>
                          <a:cs typeface="Cascadia Mono" panose="020B0609020000020004" pitchFamily="49" charset="0"/>
                        </a:rPr>
                        <a:t>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04405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75520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52379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t>
                      </a:r>
                      <a:r>
                        <a:rPr lang="en-US" sz="1100" kern="150">
                          <a:effectLst/>
                          <a:latin typeface="Cascadia Mono" panose="020B0609020000020004" pitchFamily="49" charset="0"/>
                          <a:cs typeface="Cascadia Mono" panose="020B0609020000020004" pitchFamily="49" charset="0"/>
                        </a:rPr>
                        <a:t>a dried </a:t>
                      </a:r>
                      <a:r>
                        <a:rPr lang="en-US" sz="1100" kern="150" dirty="0">
                          <a:effectLst/>
                          <a:latin typeface="Cascadia Mono" panose="020B0609020000020004" pitchFamily="49" charset="0"/>
                          <a:cs typeface="Cascadia Mono" panose="020B0609020000020004" pitchFamily="49" charset="0"/>
                        </a:rPr>
                        <a:t>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12225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dry.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8253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210030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licked the blood, and then he finished her off: he killed her and ate her.</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1921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4686228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7218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fields and vales.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while I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847216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a:t>
                      </a:r>
                      <a:r>
                        <a:rPr lang="en-US" sz="1100"/>
                        <a:t>: More than I bargained for! </a:t>
                      </a:r>
                      <a:r>
                        <a:rPr lang="en-US" sz="1100" dirty="0"/>
                        <a:t>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 good deed brings misfortune! Indeed, as the ancient saying goes: An egg belonging to the woman was laid by a female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5909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spleen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5203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feigning an ability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10864</TotalTime>
  <Words>29914</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1747</cp:revision>
  <dcterms:created xsi:type="dcterms:W3CDTF">2023-02-08T10:37:07Z</dcterms:created>
  <dcterms:modified xsi:type="dcterms:W3CDTF">2026-10-27T03:57:14Z</dcterms:modified>
</cp:coreProperties>
</file>