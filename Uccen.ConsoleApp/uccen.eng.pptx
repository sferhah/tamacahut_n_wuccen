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66216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cunning and confident, having gotten rid of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84910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wild thyme or the shoots of wild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29256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wild tubers and heaps of food.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935300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oh hedgehog, who cradled the camel while the wolf circumcised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54884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fresh wild celery.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0409772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beautiful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7056</TotalTime>
  <Words>29921</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1703</cp:revision>
  <dcterms:created xsi:type="dcterms:W3CDTF">2023-02-08T10:37:07Z</dcterms:created>
  <dcterms:modified xsi:type="dcterms:W3CDTF">2026-10-19T09:50:55Z</dcterms:modified>
</cp:coreProperties>
</file>