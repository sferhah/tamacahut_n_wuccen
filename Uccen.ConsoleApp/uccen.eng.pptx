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66216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cunning and confident, having gotten rid of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84910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wild thyme or the shoots of wild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29256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wild tubers and heaps of food.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643071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994834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Marvellous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magic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935300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oh hedgehog, who cradled the camel while the wolf circumcised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54884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fresh wild celery.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11108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bear witness to your faith,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4667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a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2230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99067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a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95519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a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0409772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beautiful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14780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wolf and the rooster went on a long journey. They looked out over mountains and ridges, crossed rivers, and halted in valleys and marshlands. That day, night fell upon them in a forest. The rooster flew up onto a tall oak tree, while the wolf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313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60403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yearling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the yearling ram 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3124749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yearling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7046</TotalTime>
  <Words>29922</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1701</cp:revision>
  <dcterms:created xsi:type="dcterms:W3CDTF">2023-02-08T10:37:07Z</dcterms:created>
  <dcterms:modified xsi:type="dcterms:W3CDTF">2026-10-19T09:17:39Z</dcterms:modified>
</cp:coreProperties>
</file>