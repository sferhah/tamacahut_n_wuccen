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30/10/2026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30/10/2026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30/10/2026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41193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braying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434795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a:t>
                      </a:r>
                      <a:r>
                        <a:rPr lang="en-US" sz="1100" kern="150">
                          <a:effectLst/>
                          <a:latin typeface="Cascadia Mono" panose="020B0609020000020004" pitchFamily="49" charset="0"/>
                          <a:cs typeface="Cascadia Mono" panose="020B0609020000020004" pitchFamily="49" charset="0"/>
                        </a:rPr>
                        <a:t>in a </a:t>
                      </a:r>
                      <a:r>
                        <a:rPr lang="en-US" sz="1100" kern="150" dirty="0">
                          <a:effectLst/>
                          <a:latin typeface="Cascadia Mono" panose="020B0609020000020004" pitchFamily="49" charset="0"/>
                          <a:cs typeface="Cascadia Mono" panose="020B0609020000020004" pitchFamily="49" charset="0"/>
                        </a:rPr>
                        <a:t>desert plain. In an instant, it turned green, its buds opened, it put forth leaves, its branches formed, and it became a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7397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sins of everyone you manipulated, until I ended up killing them, onto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84610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a:t>
                      </a:r>
                      <a:r>
                        <a:rPr lang="en-US" sz="1100" dirty="0"/>
                        <a:t>hilled </a:t>
                      </a:r>
                      <a:r>
                        <a:rPr lang="en-US" sz="1100" kern="150" dirty="0">
                          <a:effectLst/>
                          <a:latin typeface="Cascadia Mono" panose="020B0609020000020004" pitchFamily="49" charset="0"/>
                          <a:cs typeface="Cascadia Mono" panose="020B0609020000020004" pitchFamily="49" charset="0"/>
                        </a:rPr>
                        <a:t>it, and watered it; he had surrounded it with a hedge so tight that a wolf could not even look through it. ¶ They found an opening between the stakes and entered. They ate to satiety squash, melon,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waterskin, and thought he was dead. He spat, uttered a protective blessing,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07742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persistently tried to jump and escape, but to no avail.</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he soiled himself in fear.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waterskin,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uttered a protective blessing,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8416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a:t>
                      </a:r>
                      <a:r>
                        <a:rPr lang="en-US" sz="1100" kern="150">
                          <a:effectLst/>
                          <a:latin typeface="Cascadia Mono" panose="020B0609020000020004" pitchFamily="49" charset="0"/>
                          <a:cs typeface="Cascadia Mono" panose="020B0609020000020004" pitchFamily="49" charset="0"/>
                        </a:rPr>
                        <a:t>my arm </a:t>
                      </a:r>
                      <a:r>
                        <a:rPr lang="en-US" sz="1100" kern="150" dirty="0">
                          <a:effectLst/>
                          <a:latin typeface="Cascadia Mono" panose="020B0609020000020004" pitchFamily="49" charset="0"/>
                          <a:cs typeface="Cascadia Mono" panose="020B0609020000020004" pitchFamily="49" charset="0"/>
                        </a:rPr>
                        <a:t>is too short: I can’t reach: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waterskin.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95735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 Congratulations on your new wife,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rainbow,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9607369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withered,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and the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6590623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71467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spare you</a:t>
                      </a:r>
                    </a:p>
                    <a:p>
                      <a:pPr indent="216000" algn="l"/>
                      <a:r>
                        <a:rPr lang="en-US" sz="1100" kern="150" dirty="0">
                          <a:effectLst/>
                          <a:latin typeface="Cascadia Mono" panose="020B0609020000020004" pitchFamily="49" charset="0"/>
                          <a:cs typeface="Cascadia Mono" panose="020B0609020000020004" pitchFamily="49" charset="0"/>
                        </a:rPr>
                        <a:t>God's blows.</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a:effectLst/>
                          <a:latin typeface="Cascadia Mono" panose="020B0609020000020004" pitchFamily="49" charset="0"/>
                          <a:cs typeface="Cascadia Mono" panose="020B0609020000020004" pitchFamily="49" charset="0"/>
                        </a:rPr>
                        <a:t>In one suspended instant, he plummets into misery.</a:t>
                      </a:r>
                      <a:endParaRPr lang="en-US" sz="1100" kern="150" dirty="0">
                        <a:effectLst/>
                        <a:latin typeface="Cascadia Mono" panose="020B0609020000020004" pitchFamily="49" charset="0"/>
                        <a:cs typeface="Cascadia Mono" panose="020B0609020000020004" pitchFamily="49" charset="0"/>
                      </a:endParaRP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15478</TotalTime>
  <Words>29901</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1781</cp:revision>
  <dcterms:created xsi:type="dcterms:W3CDTF">2023-02-08T10:37:07Z</dcterms:created>
  <dcterms:modified xsi:type="dcterms:W3CDTF">2026-10-31T08:54:52Z</dcterms:modified>
</cp:coreProperties>
</file>