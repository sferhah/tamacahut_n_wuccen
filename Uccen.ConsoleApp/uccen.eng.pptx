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66216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cunning and confident, having gotten rid of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84910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wild thyme or the shoots of wild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29256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wild tubers and heaps of food.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994834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Marvellous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magic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935300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oh hedgehog, who cradled the camel while the wolf circumcised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54884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fresh wild celery.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8782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it. He lifted it and put it into his hood. As soon as the sun rose and the land warmed up, the serpent came back to life; it coiled around the man's neck and choked him: his eyes bulged out. The man said to it: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it: "I implore you by God, grant me a trial." It granted it to him. They went to the wolf, told him their story, and he said to them: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1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it in half: he took a stone and crushed its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2230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0409772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beautiful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164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The people of the house looked at the bundle of wood—it was not something you could easily get away with bringing: they questioned the woman, and she told 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743284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9060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7015</TotalTime>
  <Words>29925</Words>
  <Application>Microsoft Office PowerPoint</Application>
  <PresentationFormat>Widescreen</PresentationFormat>
  <Paragraphs>1661</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1690</cp:revision>
  <dcterms:created xsi:type="dcterms:W3CDTF">2023-02-08T10:37:07Z</dcterms:created>
  <dcterms:modified xsi:type="dcterms:W3CDTF">2026-10-19T07:21:41Z</dcterms:modified>
</cp:coreProperties>
</file>