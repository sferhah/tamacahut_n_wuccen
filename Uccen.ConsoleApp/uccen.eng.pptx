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t>
                      </a:r>
                      <a:r>
                        <a:rPr lang="en-US" sz="1100" kern="150">
                          <a:effectLst/>
                          <a:latin typeface="Cascadia Mono" panose="020B0609020000020004" pitchFamily="49" charset="0"/>
                          <a:cs typeface="Cascadia Mono" panose="020B0609020000020004" pitchFamily="49" charset="0"/>
                        </a:rPr>
                        <a:t>and dry.</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10754</TotalTime>
  <Words>29914</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1744</cp:revision>
  <dcterms:created xsi:type="dcterms:W3CDTF">2023-02-08T10:37:07Z</dcterms:created>
  <dcterms:modified xsi:type="dcterms:W3CDTF">2026-10-27T02:07:22Z</dcterms:modified>
</cp:coreProperties>
</file>