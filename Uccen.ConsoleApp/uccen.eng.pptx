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23/10/2026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23/10/2026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3672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community corvée labor.</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4717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078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516857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a:t>
                      </a:r>
                      <a:r>
                        <a:rPr lang="en-US" sz="1100" kern="150">
                          <a:effectLst/>
                          <a:latin typeface="Cascadia Mono" panose="020B0609020000020004" pitchFamily="49" charset="0"/>
                          <a:cs typeface="Cascadia Mono" panose="020B0609020000020004" pitchFamily="49" charset="0"/>
                        </a:rPr>
                        <a:t>your prayers, </a:t>
                      </a:r>
                      <a:r>
                        <a:rPr lang="en-US" sz="1100" kern="150" dirty="0">
                          <a:effectLst/>
                          <a:latin typeface="Cascadia Mono" panose="020B0609020000020004" pitchFamily="49" charset="0"/>
                          <a:cs typeface="Cascadia Mono" panose="020B0609020000020004" pitchFamily="49" charset="0"/>
                        </a:rPr>
                        <a:t>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90221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wiped away the blood, and then he finished her off: he killed her and ate her. </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96345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a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218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787986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valleys and marshlands.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without delay so I can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827788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 This is a great bargain for me! 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An old kindness is forgotten! Indeed, as the ancient saying goes: A woman's egg always hatches into a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7533</TotalTime>
  <Words>29911</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1727</cp:revision>
  <dcterms:created xsi:type="dcterms:W3CDTF">2023-02-08T10:37:07Z</dcterms:created>
  <dcterms:modified xsi:type="dcterms:W3CDTF">2026-10-23T05:18:31Z</dcterms:modified>
</cp:coreProperties>
</file>