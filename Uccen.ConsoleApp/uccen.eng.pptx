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4717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20821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a:t>
                      </a:r>
                      <a:r>
                        <a:rPr lang="en-US" sz="1100"/>
                        <a:t>: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9922</TotalTime>
  <Words>29910</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1736</cp:revision>
  <dcterms:created xsi:type="dcterms:W3CDTF">2023-02-08T10:37:07Z</dcterms:created>
  <dcterms:modified xsi:type="dcterms:W3CDTF">2026-10-24T22:17:25Z</dcterms:modified>
</cp:coreProperties>
</file>