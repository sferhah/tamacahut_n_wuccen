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rtl="1"/>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rtl="1"/>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 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متى وُلدت؟</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 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متى وُلدت؟</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 البارحة!</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50670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rtl="1"/>
                      <a:r>
                        <a:rPr lang="ar-AE" sz="1400" i="1" kern="150" dirty="0">
                          <a:effectLst/>
                          <a:latin typeface="Arial" panose="020B0604020202020204" pitchFamily="34" charset="0"/>
                          <a:cs typeface="Arial" panose="020B0604020202020204" pitchFamily="34" charset="0"/>
                        </a:rPr>
                        <a:t>اهرب، اهرب!</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تزوج الذئب!</a:t>
                      </a:r>
                    </a:p>
                    <a:p>
                      <a:pPr indent="216000" algn="r" rtl="1"/>
                      <a:r>
                        <a:rPr lang="ar-AE" sz="1400" i="1" kern="150" dirty="0">
                          <a:effectLst/>
                          <a:latin typeface="Arial" panose="020B0604020202020204" pitchFamily="34" charset="0"/>
                          <a:cs typeface="Arial" panose="020B0604020202020204" pitchFamily="34" charset="0"/>
                        </a:rPr>
                        <a:t>اهرب، اهرب!</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فقال الذئب:</a:t>
                      </a:r>
                    </a:p>
                    <a:p>
                      <a:pPr indent="216000" algn="r" rtl="1"/>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فأجابه الذئب:</a:t>
                      </a:r>
                    </a:p>
                    <a:p>
                      <a:pPr indent="216000" algn="r" rtl="1"/>
                      <a:r>
                        <a:rPr lang="ar-AE" sz="1400" kern="150" dirty="0">
                          <a:effectLst/>
                          <a:latin typeface="Arial" panose="020B0604020202020204" pitchFamily="34" charset="0"/>
                          <a:cs typeface="Arial" panose="020B0604020202020204" pitchFamily="34" charset="0"/>
                        </a:rPr>
                        <a:t>— ما فوق الأرض!</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فقال الذئب:</a:t>
                      </a:r>
                    </a:p>
                    <a:p>
                      <a:pPr indent="216000" algn="r" rtl="1"/>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فقال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فأجابه الذئب:</a:t>
                      </a:r>
                    </a:p>
                    <a:p>
                      <a:pPr indent="216000" algn="r" rtl="1"/>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فقال القنفذ:</a:t>
                      </a:r>
                    </a:p>
                    <a:p>
                      <a:pPr indent="216000" algn="r" rtl="1"/>
                      <a:r>
                        <a:rPr lang="ar-AE" sz="1400" kern="150" dirty="0">
                          <a:effectLst/>
                          <a:latin typeface="Arial" panose="020B0604020202020204" pitchFamily="34" charset="0"/>
                          <a:cs typeface="Arial" panose="020B0604020202020204" pitchFamily="34" charset="0"/>
                        </a:rPr>
                        <a:t>— 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وظل القنفذ يقول له:</a:t>
                      </a:r>
                    </a:p>
                    <a:p>
                      <a:pPr indent="216000" algn="r" rtl="1"/>
                      <a:r>
                        <a:rPr lang="ar-AE" sz="1400" kern="150" dirty="0">
                          <a:effectLst/>
                          <a:latin typeface="Arial" panose="020B0604020202020204" pitchFamily="34" charset="0"/>
                          <a:cs typeface="Arial" panose="020B0604020202020204" pitchFamily="34" charset="0"/>
                        </a:rPr>
                        <a:t>— 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2746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78016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979177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1780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rtl="1"/>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7317</TotalTime>
  <Words>23825</Words>
  <Application>Microsoft Office PowerPoint</Application>
  <PresentationFormat>Widescreen</PresentationFormat>
  <Paragraphs>1659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1729</cp:revision>
  <dcterms:created xsi:type="dcterms:W3CDTF">2023-02-08T10:37:07Z</dcterms:created>
  <dcterms:modified xsi:type="dcterms:W3CDTF">2026-10-22T01:42:17Z</dcterms:modified>
</cp:coreProperties>
</file>