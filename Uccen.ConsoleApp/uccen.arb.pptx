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13040</TotalTime>
  <Words>23820</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1796</cp:revision>
  <dcterms:created xsi:type="dcterms:W3CDTF">2023-02-08T10:37:07Z</dcterms:created>
  <dcterms:modified xsi:type="dcterms:W3CDTF">2026-10-28T06:33:07Z</dcterms:modified>
</cp:coreProperties>
</file>