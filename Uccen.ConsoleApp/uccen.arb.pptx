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87335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الصغار، تقودها أمهاتها المباركات عبر أكوام الروث والحدائق والبساتين، فهي</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جميلة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كتاكيت. وحين يتعب الصغار من المشي ونبش الأرض </a:t>
                      </a:r>
                      <a:r>
                        <a:rPr lang="ar-AE" sz="1400" kern="150" dirty="0">
                          <a:solidFill>
                            <a:schemeClr val="tx1"/>
                          </a:solidFill>
                          <a:effectLst/>
                          <a:latin typeface="Arial" panose="020B0604020202020204" pitchFamily="34" charset="0"/>
                          <a:cs typeface="Arial" panose="020B0604020202020204" pitchFamily="34" charset="0"/>
                        </a:rPr>
                        <a:t>والرَعْي</a:t>
                      </a:r>
                      <a:r>
                        <a:rPr lang="ar-AE" sz="1400" kern="150" dirty="0">
                          <a:effectLst/>
                          <a:latin typeface="Arial" panose="020B0604020202020204" pitchFamily="34" charset="0"/>
                          <a:cs typeface="Arial" panose="020B0604020202020204" pitchFamily="34" charset="0"/>
                        </a:rPr>
                        <a:t>،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555898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771375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تيناً مجففاً في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الجافة،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20998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12066</TotalTime>
  <Words>23819</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1793</cp:revision>
  <dcterms:created xsi:type="dcterms:W3CDTF">2023-02-08T10:37:07Z</dcterms:created>
  <dcterms:modified xsi:type="dcterms:W3CDTF">2026-10-27T14:18:31Z</dcterms:modified>
</cp:coreProperties>
</file>