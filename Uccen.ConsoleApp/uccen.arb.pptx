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30/10/2026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30/10/2026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154414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حاول مراراً القفز والهروب، لكن دون جدوى.</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فتملَّكه الرعب حتى ارتعدت فرائصه.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واستعاذ،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10891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a:t>
                      </a:r>
                      <a:r>
                        <a:rPr lang="ar-AE" sz="1400" kern="150">
                          <a:effectLst/>
                          <a:latin typeface="Arial" panose="020B0604020202020204" pitchFamily="34" charset="0"/>
                          <a:cs typeface="Arial" panose="020B0604020202020204" pitchFamily="34" charset="0"/>
                        </a:rPr>
                        <a:t>، لا أستطيع الوصول؛ </a:t>
                      </a:r>
                      <a:r>
                        <a:rPr lang="ar-AE" sz="1400" kern="150" dirty="0">
                          <a:effectLst/>
                          <a:latin typeface="Arial" panose="020B0604020202020204" pitchFamily="34" charset="0"/>
                          <a:cs typeface="Arial" panose="020B0604020202020204" pitchFamily="34" charset="0"/>
                        </a:rPr>
                        <a:t>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9297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أهل الله استياءهم من ذلك الزواج في السماء: مطر مُخْتَلِط بالشمس، وقوس قزحر، وريح وبرق ورعد وبَرَد،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096412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ذبلت،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50690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a:t>
                      </a:r>
                      <a:r>
                        <a:rPr lang="ar-AE" sz="1400" kern="150">
                          <a:effectLst/>
                          <a:latin typeface="Arial" panose="020B0604020202020204" pitchFamily="34" charset="0"/>
                          <a:cs typeface="Arial" panose="020B0604020202020204" pitchFamily="34" charset="0"/>
                        </a:rPr>
                        <a:t>في عضلات كفَلِها </a:t>
                      </a:r>
                      <a:r>
                        <a:rPr lang="ar-AE" sz="1400" kern="150" dirty="0">
                          <a:effectLst/>
                          <a:latin typeface="Arial" panose="020B0604020202020204" pitchFamily="34" charset="0"/>
                          <a:cs typeface="Arial" panose="020B0604020202020204" pitchFamily="34" charset="0"/>
                        </a:rPr>
                        <a:t>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9219040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a:solidFill>
                            <a:schemeClr val="tx1"/>
                          </a:solidFill>
                          <a:effectLst/>
                          <a:latin typeface="+mn-lt"/>
                          <a:ea typeface="+mn-ea"/>
                          <a:cs typeface="+mn-cs"/>
                        </a:rPr>
                        <a:t>yusa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14761</TotalTime>
  <Words>23819</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1814</cp:revision>
  <dcterms:created xsi:type="dcterms:W3CDTF">2023-02-08T10:37:07Z</dcterms:created>
  <dcterms:modified xsi:type="dcterms:W3CDTF">2026-10-30T11:18:13Z</dcterms:modified>
</cp:coreProperties>
</file>