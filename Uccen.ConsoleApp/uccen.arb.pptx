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23/10/2026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56043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30139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a:t>عِنْدَئِذٍ</a:t>
                      </a:r>
                      <a:r>
                        <a:rPr lang="ar-AE" sz="1400" kern="15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9226</TotalTime>
  <Words>23819</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1761</cp:revision>
  <dcterms:created xsi:type="dcterms:W3CDTF">2023-02-08T10:37:07Z</dcterms:created>
  <dcterms:modified xsi:type="dcterms:W3CDTF">2026-10-24T06:00:17Z</dcterms:modified>
</cp:coreProperties>
</file>