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22/10/2026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22/10/2026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988329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1033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44308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8675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873974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فاشهد بإيمانك،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56043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مسح الدم عنها،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42746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عن أعذار لتؤذيني!</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30139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كانت عنزة 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55311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61267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الوديان والمستنقعات.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من دون تأخير كي أتمكن من النزول!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5737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 يا لها من صفقة عظيمة لي! 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تُنسى المعروفات القديمة! وكما يقول المثل القديم: بيضة المرأة تفقس جملًا!</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979177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6068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له الفول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لك الفول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699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حوليًا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حوليًّا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8228087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الحولي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518532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هذه الأثناء،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7371</TotalTime>
  <Words>23825</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1751</cp:revision>
  <dcterms:created xsi:type="dcterms:W3CDTF">2023-02-08T10:37:07Z</dcterms:created>
  <dcterms:modified xsi:type="dcterms:W3CDTF">2026-10-22T03:35:32Z</dcterms:modified>
</cp:coreProperties>
</file>