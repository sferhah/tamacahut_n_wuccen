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28/10/2026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28/10/2026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28/10/2026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7873358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الصغار، تقودها أمهاتها المباركات عبر أكوام الروث والحدائق والبساتين، فهي</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جميلة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كلها كتاكيت. وحين يتعب الصغار من المشي ونبش الأرض </a:t>
                      </a:r>
                      <a:r>
                        <a:rPr lang="ar-AE" sz="1400" kern="150" dirty="0">
                          <a:solidFill>
                            <a:schemeClr val="tx1"/>
                          </a:solidFill>
                          <a:effectLst/>
                          <a:latin typeface="Arial" panose="020B0604020202020204" pitchFamily="34" charset="0"/>
                          <a:cs typeface="Arial" panose="020B0604020202020204" pitchFamily="34" charset="0"/>
                        </a:rPr>
                        <a:t>والرَعْي</a:t>
                      </a:r>
                      <a:r>
                        <a:rPr lang="ar-AE" sz="1400" kern="150" dirty="0">
                          <a:effectLst/>
                          <a:latin typeface="Arial" panose="020B0604020202020204" pitchFamily="34" charset="0"/>
                          <a:cs typeface="Arial" panose="020B0604020202020204" pitchFamily="34" charset="0"/>
                        </a:rPr>
                        <a:t>،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860374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ونهقوا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619929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يجدر بملك الحيوانات أن يمتهن الرعي لمجرد النجاة من الهلاك جوعًا.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6308376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4958659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a:t>
                      </a:r>
                      <a:r>
                        <a:rPr lang="ar-AE" sz="1400" kern="150">
                          <a:effectLst/>
                          <a:latin typeface="Arial" panose="020B0604020202020204" pitchFamily="34" charset="0"/>
                          <a:cs typeface="Arial" panose="020B0604020202020204" pitchFamily="34" charset="0"/>
                        </a:rPr>
                        <a:t>في سهل صحراوي</a:t>
                      </a:r>
                      <a:r>
                        <a:rPr lang="ar-AE" sz="1400" kern="150" dirty="0">
                          <a:effectLst/>
                          <a:latin typeface="Arial" panose="020B0604020202020204" pitchFamily="34" charset="0"/>
                          <a:cs typeface="Arial" panose="020B0604020202020204" pitchFamily="34" charset="0"/>
                        </a:rPr>
                        <a:t>. وفي لحظة اخضرّ، وتفتحت براعمه، وأورق، وامتدت أغصانه، وصار شجرة تين.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178263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ذنوب كل من تلاعبت بهم أنت حتى قتلتهم أنا، تتعلق في رقبتك وحدك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7442519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وكوَّم التراب حول نباتاتها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وتدَين ودخلا منها. أكلا حتى شبعا من القرع والشمام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استعاذ،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154414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حاول مراراً القفز والهروب، لكن دون جدوى.</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فتملَّكه الرعب حتى ارتعدت فرائصه.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واستعاذ،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771375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تيناً مجففاً في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810891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a:t>
                      </a:r>
                      <a:r>
                        <a:rPr lang="ar-AE" sz="1400" kern="150">
                          <a:effectLst/>
                          <a:latin typeface="Arial" panose="020B0604020202020204" pitchFamily="34" charset="0"/>
                          <a:cs typeface="Arial" panose="020B0604020202020204" pitchFamily="34" charset="0"/>
                        </a:rPr>
                        <a:t>، لا أستطيع الوصول؛ </a:t>
                      </a:r>
                      <a:r>
                        <a:rPr lang="ar-AE" sz="1400" kern="150" dirty="0">
                          <a:effectLst/>
                          <a:latin typeface="Arial" panose="020B0604020202020204" pitchFamily="34" charset="0"/>
                          <a:cs typeface="Arial" panose="020B0604020202020204" pitchFamily="34" charset="0"/>
                        </a:rPr>
                        <a:t>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630205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taqurant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الجافة،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920998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433536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بالمذراة والمجرفة:</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إذ قامت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5560607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 طحاله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2303323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متظاهرًا بالقراءة؛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14110</TotalTime>
  <Words>23820</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1810</cp:revision>
  <dcterms:created xsi:type="dcterms:W3CDTF">2023-02-08T10:37:07Z</dcterms:created>
  <dcterms:modified xsi:type="dcterms:W3CDTF">2026-10-29T08:22:49Z</dcterms:modified>
</cp:coreProperties>
</file>