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4251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القرع والشمام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استعاذ،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154414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حاول مراراً القفز والهروب، لكن دون جدوى.</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فتملَّكه الرعب حتى ارتعدت فرائصه.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واستعاذ،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10891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a:t>
                      </a:r>
                      <a:r>
                        <a:rPr lang="ar-AE" sz="1400" kern="150">
                          <a:effectLst/>
                          <a:latin typeface="Arial" panose="020B0604020202020204" pitchFamily="34" charset="0"/>
                          <a:cs typeface="Arial" panose="020B0604020202020204" pitchFamily="34" charset="0"/>
                        </a:rPr>
                        <a:t>، لا أستطيع الوصول؛ </a:t>
                      </a:r>
                      <a:r>
                        <a:rPr lang="ar-AE" sz="1400" kern="150" dirty="0">
                          <a:effectLst/>
                          <a:latin typeface="Arial" panose="020B0604020202020204" pitchFamily="34" charset="0"/>
                          <a:cs typeface="Arial" panose="020B0604020202020204" pitchFamily="34" charset="0"/>
                        </a:rPr>
                        <a:t>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9297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a:effectLst/>
                          <a:latin typeface="Arial" panose="020B0604020202020204" pitchFamily="34" charset="0"/>
                          <a:cs typeface="Arial" panose="020B0604020202020204" pitchFamily="34" charset="0"/>
                        </a:rPr>
                        <a:t>¶ وأظهر أهل الله استياءهم من ذلك الزواج في السماء: مطر مُخْتَلِط بالشمس، وقوس قزحر، وريح وبرق ورعد وبَرَد، حتى ظن الناس أن العالم يوشك أن ينتهي.</a:t>
                      </a:r>
                    </a:p>
                    <a:p>
                      <a:pPr indent="216000" algn="r" rtl="1"/>
                      <a:r>
                        <a:rPr lang="ar-AE" sz="1400" kern="15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14186</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1811</cp:revision>
  <dcterms:created xsi:type="dcterms:W3CDTF">2023-02-08T10:37:07Z</dcterms:created>
  <dcterms:modified xsi:type="dcterms:W3CDTF">2026-10-29T16:24:59Z</dcterms:modified>
</cp:coreProperties>
</file>