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handoutMasterIdLst>
    <p:handoutMasterId r:id="rId87"/>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21" r:id="rId76"/>
    <p:sldId id="322" r:id="rId77"/>
    <p:sldId id="311" r:id="rId78"/>
    <p:sldId id="340" r:id="rId79"/>
    <p:sldId id="312" r:id="rId80"/>
    <p:sldId id="313" r:id="rId81"/>
    <p:sldId id="314" r:id="rId82"/>
    <p:sldId id="315" r:id="rId83"/>
    <p:sldId id="316" r:id="rId84"/>
    <p:sldId id="317"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573212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845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5682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55563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363733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59548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03568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5308</TotalTime>
  <Words>27560</Words>
  <Application>Microsoft Office PowerPoint</Application>
  <PresentationFormat>Widescreen</PresentationFormat>
  <Paragraphs>1632</Paragraphs>
  <Slides>84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1306</cp:revision>
  <dcterms:created xsi:type="dcterms:W3CDTF">2023-02-08T10:37:07Z</dcterms:created>
  <dcterms:modified xsi:type="dcterms:W3CDTF">2026-10-14T06:22:01Z</dcterms:modified>
</cp:coreProperties>
</file>