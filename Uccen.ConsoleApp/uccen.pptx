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5"/>
  </p:notesMasterIdLst>
  <p:handoutMasterIdLst>
    <p:handoutMasterId r:id="rId86"/>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04" r:id="rId71"/>
    <p:sldId id="310" r:id="rId72"/>
    <p:sldId id="319" r:id="rId73"/>
    <p:sldId id="320" r:id="rId74"/>
    <p:sldId id="321" r:id="rId75"/>
    <p:sldId id="322" r:id="rId76"/>
    <p:sldId id="311" r:id="rId77"/>
    <p:sldId id="340" r:id="rId78"/>
    <p:sldId id="312" r:id="rId79"/>
    <p:sldId id="313" r:id="rId80"/>
    <p:sldId id="314" r:id="rId81"/>
    <p:sldId id="315" r:id="rId82"/>
    <p:sldId id="316" r:id="rId83"/>
    <p:sldId id="317"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2708552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145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90634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1901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6181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 Et il mangea la figue.</a:t>
                      </a:r>
                    </a:p>
                    <a:p>
                      <a:pPr indent="216000" algn="l"/>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19364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845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28524477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3136105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01368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endParaRPr lang="en-GB" i="1"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26701244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2490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78450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375819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0225710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25302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dirty="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Va-t’en donc d’ici !</a:t>
                      </a:r>
                    </a:p>
                    <a:p>
                      <a:pPr indent="216000" algn="l"/>
                      <a:r>
                        <a:rPr lang="fr-FR" sz="1100" kern="150" dirty="0">
                          <a:effectLst/>
                          <a:latin typeface="Cascadia Mono" panose="020B0609020000020004" pitchFamily="49" charset="0"/>
                          <a:cs typeface="Cascadia Mono" panose="020B0609020000020004" pitchFamily="49" charset="0"/>
                        </a:rPr>
                        <a:t>Sans tes mauvais instincts,</a:t>
                      </a:r>
                    </a:p>
                    <a:p>
                      <a:pPr indent="216000" algn="l"/>
                      <a:r>
                        <a:rPr lang="fr-FR" sz="1100" kern="150" dirty="0">
                          <a:effectLst/>
                          <a:latin typeface="Cascadia Mono" panose="020B0609020000020004" pitchFamily="49" charset="0"/>
                          <a:cs typeface="Cascadia Mono" panose="020B0609020000020004" pitchFamily="49" charset="0"/>
                        </a:rPr>
                        <a:t>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389330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74411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484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0649523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37704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418186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9582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7194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ddib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nṣafeṛ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rrbeḥ</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-i!</a:t>
                      </a:r>
                    </a:p>
                    <a:p>
                      <a:pPr indent="457200"/>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dirty="0">
                          <a:effectLst/>
                          <a:latin typeface="Cascadia Mono" panose="020B0609020000020004" pitchFamily="49" charset="0"/>
                          <a:cs typeface="Cascadia Mono" panose="020B0609020000020004" pitchFamily="49" charset="0"/>
                        </a:rPr>
                        <a:t>Partons en voyage, chacal !</a:t>
                      </a:r>
                    </a:p>
                    <a:p>
                      <a:pPr indent="216000" algn="l"/>
                      <a:r>
                        <a:rPr lang="fr-FR" sz="1100"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kern="150" dirty="0">
                          <a:effectLst/>
                          <a:latin typeface="Cascadia Mono" panose="020B0609020000020004" pitchFamily="49" charset="0"/>
                          <a:cs typeface="Cascadia Mono" panose="020B0609020000020004" pitchFamily="49" charset="0"/>
                        </a:rPr>
                        <a:t>S’ils me tuaient, tu me dévorerais !</a:t>
                      </a:r>
                    </a:p>
                    <a:p>
                      <a:pPr indent="216000" algn="l"/>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36922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fut-il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5293</TotalTime>
  <Words>27532</Words>
  <Application>Microsoft Office PowerPoint</Application>
  <PresentationFormat>Widescreen</PresentationFormat>
  <Paragraphs>1630</Paragraphs>
  <Slides>83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83</vt:i4>
      </vt:variant>
    </vt:vector>
  </HeadingPairs>
  <TitlesOfParts>
    <vt:vector size="87"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1285</cp:revision>
  <dcterms:created xsi:type="dcterms:W3CDTF">2023-02-08T10:37:07Z</dcterms:created>
  <dcterms:modified xsi:type="dcterms:W3CDTF">2026-10-14T05:05:08Z</dcterms:modified>
</cp:coreProperties>
</file>