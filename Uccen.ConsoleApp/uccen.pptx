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19/10/2026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19/10/2026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006330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16101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636251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396796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en-US" sz="1100" kern="150">
                          <a:effectLst/>
                          <a:latin typeface="Cascadia Mono" panose="020B0609020000020004" pitchFamily="49" charset="0"/>
                          <a:cs typeface="Cascadia Mono" panose="020B0609020000020004" pitchFamily="49" charset="0"/>
                        </a:rPr>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423092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a:t>
                      </a:r>
                      <a:r>
                        <a:rPr lang="fr-FR" sz="1100" kern="150">
                          <a:effectLst/>
                          <a:latin typeface="Cascadia Mono" panose="020B0609020000020004" pitchFamily="49" charset="0"/>
                          <a:cs typeface="Cascadia Mono" panose="020B0609020000020004" pitchFamily="49" charset="0"/>
                        </a:rPr>
                        <a:t>becquée.</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80637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0945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r>
                        <a:rPr lang="fr-FR" sz="1100" i="1" kern="150" dirty="0">
                          <a:effectLst/>
                          <a:latin typeface="Cascadia Mono" panose="020B0609020000020004" pitchFamily="49" charset="0"/>
                          <a:cs typeface="Cascadia Mono" panose="020B0609020000020004" pitchFamily="49" charset="0"/>
                        </a:rPr>
                        <a:t>    Ce trou est percé; Celui-là ne l’est point !</a:t>
                      </a:r>
                    </a:p>
                    <a:p>
                      <a:pPr indent="216000" algn="l"/>
                      <a:r>
                        <a:rPr lang="fr-FR" sz="1100" i="1" kern="150" dirty="0">
                          <a:effectLst/>
                          <a:latin typeface="Cascadia Mono" panose="020B0609020000020004" pitchFamily="49" charset="0"/>
                          <a:cs typeface="Cascadia Mono" panose="020B0609020000020004" pitchFamily="49" charset="0"/>
                        </a:rPr>
                        <a:t>    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733538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85574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0883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a:t>¶ </a:t>
                      </a:r>
                      <a:r>
                        <a:rPr lang="fr-FR" sz="1100" kern="150">
                          <a:effectLst/>
                          <a:latin typeface="Cascadia Mono" panose="020B0609020000020004" pitchFamily="49" charset="0"/>
                          <a:cs typeface="Cascadia Mono" panose="020B0609020000020004" pitchFamily="49" charset="0"/>
                        </a:rPr>
                        <a:t>Sa </a:t>
                      </a:r>
                      <a:r>
                        <a:rPr lang="fr-FR" sz="1100" kern="150" dirty="0">
                          <a:effectLst/>
                          <a:latin typeface="Cascadia Mono" panose="020B0609020000020004" pitchFamily="49" charset="0"/>
                          <a:cs typeface="Cascadia Mono" panose="020B0609020000020004" pitchFamily="49" charset="0"/>
                        </a:rPr>
                        <a:t>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5785</TotalTime>
  <Words>27775</Words>
  <Application>Microsoft Office PowerPoint</Application>
  <PresentationFormat>Widescreen</PresentationFormat>
  <Paragraphs>1621</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1470</cp:revision>
  <dcterms:created xsi:type="dcterms:W3CDTF">2023-02-08T10:37:07Z</dcterms:created>
  <dcterms:modified xsi:type="dcterms:W3CDTF">2026-10-19T02:15:02Z</dcterms:modified>
</cp:coreProperties>
</file>