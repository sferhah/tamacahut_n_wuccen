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handoutMasterIdLst>
    <p:handoutMasterId r:id="rId86"/>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04" r:id="rId71"/>
    <p:sldId id="310" r:id="rId72"/>
    <p:sldId id="319" r:id="rId73"/>
    <p:sldId id="320" r:id="rId74"/>
    <p:sldId id="321" r:id="rId75"/>
    <p:sldId id="322" r:id="rId76"/>
    <p:sldId id="311" r:id="rId77"/>
    <p:sldId id="340" r:id="rId78"/>
    <p:sldId id="312" r:id="rId79"/>
    <p:sldId id="313" r:id="rId80"/>
    <p:sldId id="314" r:id="rId81"/>
    <p:sldId id="315" r:id="rId82"/>
    <p:sldId id="316" r:id="rId83"/>
    <p:sldId id="317"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2708552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28524477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167144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3136105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01368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endParaRPr lang="en-GB" i="1"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9937107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78450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75819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0649523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418186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5272</TotalTime>
  <Words>27523</Words>
  <Application>Microsoft Office PowerPoint</Application>
  <PresentationFormat>Widescreen</PresentationFormat>
  <Paragraphs>1630</Paragraphs>
  <Slides>83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83</vt:i4>
      </vt:variant>
    </vt:vector>
  </HeadingPairs>
  <TitlesOfParts>
    <vt:vector size="8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1277</cp:revision>
  <dcterms:created xsi:type="dcterms:W3CDTF">2023-02-08T10:37:07Z</dcterms:created>
  <dcterms:modified xsi:type="dcterms:W3CDTF">2026-10-14T02:57:13Z</dcterms:modified>
</cp:coreProperties>
</file>