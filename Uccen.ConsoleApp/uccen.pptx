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26/10/2026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62136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92474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57724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9988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8253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dirty="0">
                          <a:effectLst/>
                          <a:latin typeface="Cascadia Mono" panose="020B0609020000020004" pitchFamily="49" charset="0"/>
                          <a:cs typeface="Cascadia Mono" panose="020B0609020000020004" pitchFamily="49" charset="0"/>
                        </a:rPr>
                        <a:t>¶ </a:t>
                      </a:r>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424656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a:effectLst/>
                          <a:latin typeface="Cascadia Mono" panose="020B0609020000020004" pitchFamily="49" charset="0"/>
                          <a:cs typeface="Cascadia Mono" panose="020B0609020000020004" pitchFamily="49" charset="0"/>
                        </a:rPr>
                        <a:t>¶ </a:t>
                      </a:r>
                      <a:r>
                        <a:rPr lang="fr-FR" sz="1100" kern="1200">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6597</TotalTime>
  <Words>27775</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1479</cp:revision>
  <dcterms:created xsi:type="dcterms:W3CDTF">2023-02-08T10:37:07Z</dcterms:created>
  <dcterms:modified xsi:type="dcterms:W3CDTF">2026-10-26T04:37:00Z</dcterms:modified>
</cp:coreProperties>
</file>