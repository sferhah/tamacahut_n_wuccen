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327" r:id="rId16"/>
    <p:sldId id="267" r:id="rId17"/>
    <p:sldId id="276" r:id="rId18"/>
    <p:sldId id="268" r:id="rId19"/>
    <p:sldId id="269" r:id="rId20"/>
    <p:sldId id="325" r:id="rId21"/>
    <p:sldId id="277" r:id="rId22"/>
    <p:sldId id="270" r:id="rId23"/>
    <p:sldId id="271" r:id="rId24"/>
    <p:sldId id="272" r:id="rId25"/>
    <p:sldId id="328" r:id="rId26"/>
    <p:sldId id="278" r:id="rId27"/>
    <p:sldId id="329" r:id="rId28"/>
    <p:sldId id="279" r:id="rId29"/>
    <p:sldId id="280" r:id="rId30"/>
    <p:sldId id="281" r:id="rId31"/>
    <p:sldId id="282" r:id="rId32"/>
    <p:sldId id="283" r:id="rId33"/>
    <p:sldId id="284" r:id="rId34"/>
    <p:sldId id="285" r:id="rId35"/>
    <p:sldId id="286" r:id="rId36"/>
    <p:sldId id="293" r:id="rId37"/>
    <p:sldId id="292" r:id="rId38"/>
    <p:sldId id="287" r:id="rId39"/>
    <p:sldId id="330" r:id="rId40"/>
    <p:sldId id="288" r:id="rId41"/>
    <p:sldId id="306" r:id="rId42"/>
    <p:sldId id="289" r:id="rId43"/>
    <p:sldId id="290" r:id="rId44"/>
    <p:sldId id="326" r:id="rId45"/>
    <p:sldId id="291" r:id="rId46"/>
    <p:sldId id="294" r:id="rId47"/>
    <p:sldId id="295" r:id="rId48"/>
    <p:sldId id="307" r:id="rId49"/>
    <p:sldId id="296" r:id="rId50"/>
    <p:sldId id="308" r:id="rId51"/>
    <p:sldId id="297" r:id="rId52"/>
    <p:sldId id="298" r:id="rId53"/>
    <p:sldId id="299" r:id="rId54"/>
    <p:sldId id="309" r:id="rId55"/>
    <p:sldId id="300" r:id="rId56"/>
    <p:sldId id="301" r:id="rId57"/>
    <p:sldId id="305" r:id="rId58"/>
    <p:sldId id="302" r:id="rId59"/>
    <p:sldId id="318" r:id="rId60"/>
    <p:sldId id="303" r:id="rId61"/>
    <p:sldId id="304" r:id="rId62"/>
    <p:sldId id="310" r:id="rId63"/>
    <p:sldId id="319" r:id="rId64"/>
    <p:sldId id="320" r:id="rId65"/>
    <p:sldId id="321" r:id="rId66"/>
    <p:sldId id="322" r:id="rId67"/>
    <p:sldId id="311" r:id="rId68"/>
    <p:sldId id="312" r:id="rId69"/>
    <p:sldId id="313" r:id="rId70"/>
    <p:sldId id="314" r:id="rId71"/>
    <p:sldId id="315" r:id="rId72"/>
    <p:sldId id="316" r:id="rId73"/>
    <p:sldId id="317" r:id="rId7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14/10/2026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14/10/2026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14/10/2026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12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225523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145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90634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19015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6181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 Et il mangea la figue.</a:t>
                      </a:r>
                    </a:p>
                    <a:p>
                      <a:pPr indent="216000" algn="l"/>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2995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meleɣ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19364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45917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253029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dirty="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Va-t’en donc d’ici !</a:t>
                      </a:r>
                    </a:p>
                    <a:p>
                      <a:pPr indent="216000" algn="l"/>
                      <a:r>
                        <a:rPr lang="fr-FR" sz="1100" kern="150" dirty="0">
                          <a:effectLst/>
                          <a:latin typeface="Cascadia Mono" panose="020B0609020000020004" pitchFamily="49" charset="0"/>
                          <a:cs typeface="Cascadia Mono" panose="020B0609020000020004" pitchFamily="49" charset="0"/>
                        </a:rPr>
                        <a:t>Sans tes mauvais instincts,</a:t>
                      </a:r>
                    </a:p>
                    <a:p>
                      <a:pPr indent="216000" algn="l"/>
                      <a:r>
                        <a:rPr lang="fr-FR" sz="1100" kern="150" dirty="0">
                          <a:effectLst/>
                          <a:latin typeface="Cascadia Mono" panose="020B0609020000020004" pitchFamily="49" charset="0"/>
                          <a:cs typeface="Cascadia Mono" panose="020B0609020000020004" pitchFamily="49" charset="0"/>
                        </a:rPr>
                        <a:t>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389330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74411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36922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fut-il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5202</TotalTime>
  <Words>27493</Words>
  <Application>Microsoft Office PowerPoint</Application>
  <PresentationFormat>Widescreen</PresentationFormat>
  <Paragraphs>1629</Paragraphs>
  <Slides>73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73</vt:i4>
      </vt:variant>
    </vt:vector>
  </HeadingPairs>
  <TitlesOfParts>
    <vt:vector size="77"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1228</cp:revision>
  <dcterms:created xsi:type="dcterms:W3CDTF">2023-02-08T10:37:07Z</dcterms:created>
  <dcterms:modified xsi:type="dcterms:W3CDTF">2026-10-14T01:46:47Z</dcterms:modified>
</cp:coreProperties>
</file>