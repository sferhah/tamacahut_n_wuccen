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handoutMasterIdLst>
    <p:handoutMasterId r:id="rId87"/>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21" r:id="rId76"/>
    <p:sldId id="322" r:id="rId77"/>
    <p:sldId id="311" r:id="rId78"/>
    <p:sldId id="340" r:id="rId79"/>
    <p:sldId id="312" r:id="rId80"/>
    <p:sldId id="313" r:id="rId81"/>
    <p:sldId id="314" r:id="rId82"/>
    <p:sldId id="315" r:id="rId83"/>
    <p:sldId id="316" r:id="rId84"/>
    <p:sldId id="317"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handoutMaster" Target="handoutMasters/handout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573212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762301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94971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845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5682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un abcès</a:t>
                      </a: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2490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455563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0225710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363733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204848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159548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37704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9582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a:t>¶ </a:t>
                      </a:r>
                      <a:r>
                        <a:rPr lang="fr-FR" sz="1100" kern="150">
                          <a:effectLst/>
                          <a:latin typeface="Cascadia Mono" panose="020B0609020000020004" pitchFamily="49" charset="0"/>
                          <a:cs typeface="Cascadia Mono" panose="020B0609020000020004" pitchFamily="49" charset="0"/>
                        </a:rPr>
                        <a:t>Puis</a:t>
                      </a:r>
                      <a:r>
                        <a:rPr lang="fr-FR" sz="1100" kern="150" dirty="0">
                          <a:effectLst/>
                          <a:latin typeface="Cascadia Mono" panose="020B0609020000020004" pitchFamily="49" charset="0"/>
                          <a:cs typeface="Cascadia Mono" panose="020B0609020000020004" pitchFamily="49" charset="0"/>
                        </a:rPr>
                        <a:t>,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7194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ddib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nṣafeṛ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rrbeḥ</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-i!</a:t>
                      </a:r>
                    </a:p>
                    <a:p>
                      <a:pPr indent="457200"/>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dirty="0">
                          <a:effectLst/>
                          <a:latin typeface="Cascadia Mono" panose="020B0609020000020004" pitchFamily="49" charset="0"/>
                          <a:cs typeface="Cascadia Mono" panose="020B0609020000020004" pitchFamily="49" charset="0"/>
                        </a:rPr>
                        <a:t>Partons en voyage, chacal !</a:t>
                      </a:r>
                    </a:p>
                    <a:p>
                      <a:pPr indent="216000" algn="l"/>
                      <a:r>
                        <a:rPr lang="fr-FR" sz="1100"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kern="150" dirty="0">
                          <a:effectLst/>
                          <a:latin typeface="Cascadia Mono" panose="020B0609020000020004" pitchFamily="49" charset="0"/>
                          <a:cs typeface="Cascadia Mono" panose="020B0609020000020004" pitchFamily="49" charset="0"/>
                        </a:rPr>
                        <a:t>S’ils me tuaient, tu me dévorerais !</a:t>
                      </a:r>
                    </a:p>
                    <a:p>
                      <a:pPr indent="216000" algn="l"/>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5310</TotalTime>
  <Words>27564</Words>
  <Application>Microsoft Office PowerPoint</Application>
  <PresentationFormat>Widescreen</PresentationFormat>
  <Paragraphs>1632</Paragraphs>
  <Slides>84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84</vt:i4>
      </vt:variant>
    </vt:vector>
  </HeadingPairs>
  <TitlesOfParts>
    <vt:vector size="88"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1309</cp:revision>
  <dcterms:created xsi:type="dcterms:W3CDTF">2023-02-08T10:37:07Z</dcterms:created>
  <dcterms:modified xsi:type="dcterms:W3CDTF">2026-10-14T06:24:13Z</dcterms:modified>
</cp:coreProperties>
</file>