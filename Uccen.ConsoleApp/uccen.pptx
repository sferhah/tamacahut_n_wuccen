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5105</TotalTime>
  <Words>27475</Words>
  <Application>Microsoft Office PowerPoint</Application>
  <PresentationFormat>Widescreen</PresentationFormat>
  <Paragraphs>1628</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1200</cp:revision>
  <dcterms:created xsi:type="dcterms:W3CDTF">2023-02-08T10:37:07Z</dcterms:created>
  <dcterms:modified xsi:type="dcterms:W3CDTF">2026-10-14T00:10:25Z</dcterms:modified>
</cp:coreProperties>
</file>