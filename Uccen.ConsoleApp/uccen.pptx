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30/10/2026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30/10/2026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5078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92474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92687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iniɣem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85803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548469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9988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41428567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a:solidFill>
                            <a:schemeClr val="tx1"/>
                          </a:solidFill>
                          <a:effectLst/>
                          <a:latin typeface="+mn-lt"/>
                          <a:ea typeface="+mn-ea"/>
                          <a:cs typeface="+mn-cs"/>
                        </a:rPr>
                        <a:t>yusa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6803</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1484</cp:revision>
  <dcterms:created xsi:type="dcterms:W3CDTF">2023-02-08T10:37:07Z</dcterms:created>
  <dcterms:modified xsi:type="dcterms:W3CDTF">2026-10-30T11:17:59Z</dcterms:modified>
</cp:coreProperties>
</file>