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006330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6101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396796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a:effectLst/>
                          <a:latin typeface="Cascadia Mono" panose="020B0609020000020004" pitchFamily="49" charset="0"/>
                          <a:cs typeface="Cascadia Mono" panose="020B0609020000020004" pitchFamily="49" charset="0"/>
                        </a:rPr>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15332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6352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9298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4789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5777</TotalTime>
  <Words>27768</Words>
  <Application>Microsoft Office PowerPoint</Application>
  <PresentationFormat>Widescreen</PresentationFormat>
  <Paragraphs>1624</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1458</cp:revision>
  <dcterms:created xsi:type="dcterms:W3CDTF">2023-02-08T10:37:07Z</dcterms:created>
  <dcterms:modified xsi:type="dcterms:W3CDTF">2026-10-18T18:22:33Z</dcterms:modified>
</cp:coreProperties>
</file>