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006330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883765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a:t>
                      </a:r>
                      <a:r>
                        <a:rPr lang="fr-FR" sz="1100" kern="150" dirty="0" err="1">
                          <a:effectLst/>
                          <a:latin typeface="Cascadia Mono" panose="020B0609020000020004" pitchFamily="49" charset="0"/>
                          <a:cs typeface="Cascadia Mono" panose="020B0609020000020004" pitchFamily="49" charset="0"/>
                        </a:rPr>
                        <a:t>l’Aïd-El-kebir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61837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16101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a:t>
                      </a:r>
                      <a:r>
                        <a:rPr lang="en-US" sz="1100" dirty="0"/>
                        <a:t>¶ </a:t>
                      </a:r>
                      <a:r>
                        <a:rPr lang="fr-FR" sz="1100" kern="150" dirty="0">
                          <a:effectLst/>
                          <a:latin typeface="Cascadia Mono" panose="020B0609020000020004" pitchFamily="49" charset="0"/>
                          <a:cs typeface="Cascadia Mono" panose="020B0609020000020004" pitchFamily="49" charset="0"/>
                        </a:rPr>
                        <a:t>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417118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en-US" sz="1100"/>
                        <a:t>¶ </a:t>
                      </a:r>
                      <a:r>
                        <a:rPr lang="fr-FR" sz="1100" kern="150">
                          <a:effectLst/>
                          <a:latin typeface="Cascadia Mono" panose="020B0609020000020004" pitchFamily="49" charset="0"/>
                          <a:cs typeface="Cascadia Mono" panose="020B0609020000020004" pitchFamily="49" charset="0"/>
                        </a:rPr>
                        <a:t>Alors </a:t>
                      </a:r>
                      <a:r>
                        <a:rPr lang="fr-FR" sz="1100" kern="150" dirty="0">
                          <a:effectLst/>
                          <a:latin typeface="Cascadia Mono" panose="020B0609020000020004" pitchFamily="49" charset="0"/>
                          <a:cs typeface="Cascadia Mono" panose="020B0609020000020004" pitchFamily="49" charset="0"/>
                        </a:rPr>
                        <a:t>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1724967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a:t>¶ </a:t>
                      </a:r>
                      <a:r>
                        <a:rPr lang="fr-FR" sz="1100" kern="1200">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retourna chez lui sur trois pattes. 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5777</TotalTime>
  <Words>27766</Words>
  <Application>Microsoft Office PowerPoint</Application>
  <PresentationFormat>Widescreen</PresentationFormat>
  <Paragraphs>1626</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1454</cp:revision>
  <dcterms:created xsi:type="dcterms:W3CDTF">2023-02-08T10:37:07Z</dcterms:created>
  <dcterms:modified xsi:type="dcterms:W3CDTF">2026-10-18T07:16:12Z</dcterms:modified>
</cp:coreProperties>
</file>