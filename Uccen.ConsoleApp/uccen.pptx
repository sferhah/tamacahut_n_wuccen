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295744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08685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59809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8767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09175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dirty="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64306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45917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a:t>
                      </a:r>
                      <a:r>
                        <a:rPr lang="fr-FR" sz="1100" kern="150">
                          <a:effectLst/>
                          <a:latin typeface="Cascadia Mono" panose="020B0609020000020004" pitchFamily="49" charset="0"/>
                          <a:cs typeface="Cascadia Mono" panose="020B0609020000020004" pitchFamily="49" charset="0"/>
                        </a:rPr>
                        <a:t>, le hérisson </a:t>
                      </a:r>
                      <a:r>
                        <a:rPr lang="fr-FR" sz="1100" kern="150" dirty="0">
                          <a:effectLst/>
                          <a:latin typeface="Cascadia Mono" panose="020B0609020000020004" pitchFamily="49" charset="0"/>
                          <a:cs typeface="Cascadia Mono" panose="020B0609020000020004" pitchFamily="49" charset="0"/>
                        </a:rPr>
                        <a:t>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7756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5182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4801</TotalTime>
  <Words>27435</Words>
  <Application>Microsoft Office PowerPoint</Application>
  <PresentationFormat>Widescreen</PresentationFormat>
  <Paragraphs>1630</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1171</cp:revision>
  <dcterms:created xsi:type="dcterms:W3CDTF">2023-02-08T10:37:07Z</dcterms:created>
  <dcterms:modified xsi:type="dcterms:W3CDTF">2026-10-13T18:20:56Z</dcterms:modified>
</cp:coreProperties>
</file>