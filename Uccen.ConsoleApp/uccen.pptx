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12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225523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97428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762301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meleɣ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l’</a:t>
                      </a:r>
                      <a:r>
                        <a:rPr lang="fr-FR" sz="1100" kern="150" dirty="0" err="1">
                          <a:effectLst/>
                          <a:latin typeface="Cascadia Mono" panose="020B0609020000020004" pitchFamily="49" charset="0"/>
                          <a:cs typeface="Cascadia Mono" panose="020B0609020000020004" pitchFamily="49" charset="0"/>
                        </a:rPr>
                        <a:t>Aid-El-kebir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94971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0820058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un abcès</a:t>
                      </a: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597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ctr"/>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96909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270459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22210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dirty="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979434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04110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dirty="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15332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63528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9298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4789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11930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5745</TotalTime>
  <Words>27753</Words>
  <Application>Microsoft Office PowerPoint</Application>
  <PresentationFormat>Widescreen</PresentationFormat>
  <Paragraphs>1627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1437</cp:revision>
  <dcterms:created xsi:type="dcterms:W3CDTF">2023-02-08T10:37:07Z</dcterms:created>
  <dcterms:modified xsi:type="dcterms:W3CDTF">2026-10-14T13:39:16Z</dcterms:modified>
</cp:coreProperties>
</file>